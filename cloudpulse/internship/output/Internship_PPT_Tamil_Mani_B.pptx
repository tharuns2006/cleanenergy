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753904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es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719617" cy="868680"/>
          </a:xfrm>
          <a:prstGeom prst="rect">
            <a:avLst/>
          </a:prstGeom>
        </p:spPr>
      </p:pic>
      <p:pic>
        <p:nvPicPr>
          <p:cNvPr id="3" name="Picture 2" descr="logo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09728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82880"/>
            <a:ext cx="7406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R.M.K. COLLEGE OF ENGINEERING AND TECHNOLOGY</a:t>
            </a:r>
          </a:p>
          <a:p>
            <a:pPr algn="ctr"/>
            <a:r>
              <a:rPr sz="900" b="1" i="0">
                <a:solidFill>
                  <a:srgbClr val="000000"/>
                </a:solidFill>
                <a:latin typeface="Times New Roman"/>
              </a:rPr>
              <a:t>(An Autonomous Institution)</a:t>
            </a:r>
          </a:p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753904" cy="56692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C00000"/>
                </a:solidFill>
                <a:latin typeface="Times New Roman"/>
              </a:rPr>
              <a:t>REVIEW OF INTERNSHIP - DATE : __ / 10 /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103120"/>
          <a:ext cx="6675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97680"/>
              </a:tblGrid>
              <a:tr h="600891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C00000"/>
                          </a:solidFill>
                          <a:latin typeface="Times New Roman"/>
                        </a:rPr>
                        <a:t>Name of the Student</a:t>
                      </a:r>
                    </a:p>
                  </a:txBody>
                  <a:tcPr anchor="ctr">
                    <a:solidFill>
                      <a:srgbClr val="E7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</a:rPr>
                        <a:t>Tamil Mani B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C00000"/>
                          </a:solidFill>
                          <a:latin typeface="Times New Roman"/>
                        </a:rPr>
                        <a:t>Register Number</a:t>
                      </a:r>
                    </a:p>
                  </a:txBody>
                  <a:tcPr anchor="ctr">
                    <a:solidFill>
                      <a:srgbClr val="E7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</a:rPr>
                        <a:t>111624102217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C00000"/>
                          </a:solidFill>
                          <a:latin typeface="Times New Roman"/>
                        </a:rPr>
                        <a:t>Year / Semester</a:t>
                      </a:r>
                    </a:p>
                  </a:txBody>
                  <a:tcPr anchor="ctr">
                    <a:solidFill>
                      <a:srgbClr val="E7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</a:rPr>
                        <a:t>3/5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C00000"/>
                          </a:solidFill>
                          <a:latin typeface="Times New Roman"/>
                        </a:rPr>
                        <a:t>Academic Year</a:t>
                      </a:r>
                    </a:p>
                  </a:txBody>
                  <a:tcPr anchor="ctr">
                    <a:solidFill>
                      <a:srgbClr val="E7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</a:rPr>
                        <a:t>2026-2027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C00000"/>
                          </a:solidFill>
                          <a:latin typeface="Times New Roman"/>
                        </a:rPr>
                        <a:t>Period of Internship</a:t>
                      </a:r>
                    </a:p>
                  </a:txBody>
                  <a:tcPr anchor="ctr">
                    <a:solidFill>
                      <a:srgbClr val="E7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</a:rPr>
                        <a:t>08/06/2026 to 22/06/2026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C00000"/>
                          </a:solidFill>
                          <a:latin typeface="Times New Roman"/>
                        </a:rPr>
                        <a:t>Name of the Company</a:t>
                      </a:r>
                    </a:p>
                  </a:txBody>
                  <a:tcPr anchor="ctr">
                    <a:solidFill>
                      <a:srgbClr val="E7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</a:rPr>
                        <a:t>Trios Technologies Private Limited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C00000"/>
                          </a:solidFill>
                          <a:latin typeface="Times New Roman"/>
                        </a:rPr>
                        <a:t>Address of the company</a:t>
                      </a:r>
                    </a:p>
                  </a:txBody>
                  <a:tcPr anchor="ctr">
                    <a:solidFill>
                      <a:srgbClr val="E7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</a:rPr>
                        <a:t>Rani Arcade, #24/5, 1st Avenue, Ashok Nagar, Chennai - 83. (Near Ashok Pillar)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498079" y="2194560"/>
            <a:ext cx="1828800" cy="2194560"/>
          </a:xfrm>
          <a:prstGeom prst="rect">
            <a:avLst/>
          </a:prstGeom>
          <a:noFill/>
          <a:ln>
            <a:solidFill>
              <a:srgbClr val="C000C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1">
                <a:solidFill>
                  <a:srgbClr val="C000C0"/>
                </a:solidFill>
                <a:latin typeface="Times New Roman"/>
              </a:rPr>
              <a:t>[Paste your photo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es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719617" cy="868680"/>
          </a:xfrm>
          <a:prstGeom prst="rect">
            <a:avLst/>
          </a:prstGeom>
        </p:spPr>
      </p:pic>
      <p:pic>
        <p:nvPicPr>
          <p:cNvPr id="3" name="Picture 2" descr="logo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09728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82880"/>
            <a:ext cx="7406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R.M.K. COLLEGE OF ENGINEERING AND TECHNOLOGY</a:t>
            </a:r>
          </a:p>
          <a:p>
            <a:pPr algn="ctr"/>
            <a:r>
              <a:rPr sz="900" b="1" i="0">
                <a:solidFill>
                  <a:srgbClr val="000000"/>
                </a:solidFill>
                <a:latin typeface="Times New Roman"/>
              </a:rPr>
              <a:t>(An Autonomous Institution)</a:t>
            </a:r>
          </a:p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753904" cy="56692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C00000"/>
                </a:solidFill>
                <a:latin typeface="Times New Roman"/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8046720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400" b="1" i="0">
                <a:solidFill>
                  <a:srgbClr val="1F3864"/>
                </a:solidFill>
                <a:latin typeface="Times New Roman"/>
              </a:rPr>
              <a:t>Abstract</a:t>
            </a:r>
          </a:p>
          <a:p>
            <a:pPr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400" b="1" i="0">
                <a:solidFill>
                  <a:srgbClr val="1F3864"/>
                </a:solidFill>
                <a:latin typeface="Times New Roman"/>
              </a:rPr>
              <a:t>About the Company – </a:t>
            </a:r>
            <a:r>
              <a:rPr sz="2400" b="1" i="0">
                <a:solidFill>
                  <a:srgbClr val="C00000"/>
                </a:solidFill>
                <a:latin typeface="Times New Roman"/>
              </a:rPr>
              <a:t>Trios Technologies Private Limited</a:t>
            </a:r>
          </a:p>
          <a:p>
            <a:pPr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400" b="1" i="0">
                <a:solidFill>
                  <a:srgbClr val="1F3864"/>
                </a:solidFill>
                <a:latin typeface="Times New Roman"/>
              </a:rPr>
              <a:t>Plan of Internship</a:t>
            </a:r>
          </a:p>
          <a:p>
            <a:pPr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400" b="1" i="0">
                <a:solidFill>
                  <a:srgbClr val="1F3864"/>
                </a:solidFill>
                <a:latin typeface="Times New Roman"/>
              </a:rPr>
              <a:t>Training Task and Outcomes</a:t>
            </a:r>
          </a:p>
          <a:p>
            <a:pPr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400" b="1" i="0">
                <a:solidFill>
                  <a:srgbClr val="1F3864"/>
                </a:solidFill>
                <a:latin typeface="Times New Roman"/>
              </a:rPr>
              <a:t>Project Architecture</a:t>
            </a:r>
          </a:p>
          <a:p>
            <a:pPr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400" b="1" i="0">
                <a:solidFill>
                  <a:srgbClr val="1F3864"/>
                </a:solidFill>
                <a:latin typeface="Times New Roman"/>
              </a:rPr>
              <a:t>Project Results</a:t>
            </a:r>
          </a:p>
          <a:p>
            <a:pPr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400" b="1" i="0">
                <a:solidFill>
                  <a:srgbClr val="1F3864"/>
                </a:solidFill>
                <a:latin typeface="Times New Roman"/>
              </a:rPr>
              <a:t>Conclusion</a:t>
            </a:r>
          </a:p>
          <a:p>
            <a:pPr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400" b="1" i="0">
                <a:solidFill>
                  <a:srgbClr val="1F3864"/>
                </a:solidFill>
                <a:latin typeface="Times New Roman"/>
              </a:rPr>
              <a:t>Internship Photographs and Certificate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es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719617" cy="868680"/>
          </a:xfrm>
          <a:prstGeom prst="rect">
            <a:avLst/>
          </a:prstGeom>
        </p:spPr>
      </p:pic>
      <p:pic>
        <p:nvPicPr>
          <p:cNvPr id="3" name="Picture 2" descr="logo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09728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82880"/>
            <a:ext cx="7406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R.M.K. COLLEGE OF ENGINEERING AND TECHNOLOGY</a:t>
            </a:r>
          </a:p>
          <a:p>
            <a:pPr algn="ctr"/>
            <a:r>
              <a:rPr sz="900" b="1" i="0">
                <a:solidFill>
                  <a:srgbClr val="000000"/>
                </a:solidFill>
                <a:latin typeface="Times New Roman"/>
              </a:rPr>
              <a:t>(An Autonomous Institution)</a:t>
            </a:r>
          </a:p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753904" cy="56692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C00000"/>
                </a:solidFill>
                <a:latin typeface="Times New Roman"/>
              </a:rP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8778240" cy="5029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000000"/>
                </a:solidFill>
                <a:latin typeface="Times New Roman"/>
              </a:rPr>
              <a:t>Completed a 15-day Cloud Computing internship at Trios Technologies Private Limited, Chennai, from 08 June to 22 June 2026.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000000"/>
                </a:solidFill>
                <a:latin typeface="Times New Roman"/>
              </a:rPr>
              <a:t>Learned cloud service models, virtualisation, storage, networking, identity and access management, monitoring and cloud pricing.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000000"/>
                </a:solidFill>
                <a:latin typeface="Times New Roman"/>
              </a:rPr>
              <a:t>Started the mini project CloudPulse: a cloud cost monitoring and optimisation platform for Microsoft Azure.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000000"/>
                </a:solidFill>
                <a:latin typeface="Times New Roman"/>
              </a:rPr>
              <a:t>CloudPulse finds wasted cloud spend, assigns each problem to its creator and proves every saving on the next bill.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000000"/>
                </a:solidFill>
                <a:latin typeface="Times New Roman"/>
              </a:rPr>
              <a:t>Built with Python, FastAPI, SQLAlchemy, JavaScript, Azure CLI, Docker and Git; validated by 27 automated tests.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000000"/>
                </a:solidFill>
                <a:latin typeface="Times New Roman"/>
              </a:rPr>
              <a:t>Improved cloud knowledge, secure design, testing and documentation skills.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es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719617" cy="868680"/>
          </a:xfrm>
          <a:prstGeom prst="rect">
            <a:avLst/>
          </a:prstGeom>
        </p:spPr>
      </p:pic>
      <p:pic>
        <p:nvPicPr>
          <p:cNvPr id="3" name="Picture 2" descr="logo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09728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82880"/>
            <a:ext cx="7406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R.M.K. COLLEGE OF ENGINEERING AND TECHNOLOGY</a:t>
            </a:r>
          </a:p>
          <a:p>
            <a:pPr algn="ctr"/>
            <a:r>
              <a:rPr sz="900" b="1" i="0">
                <a:solidFill>
                  <a:srgbClr val="000000"/>
                </a:solidFill>
                <a:latin typeface="Times New Roman"/>
              </a:rPr>
              <a:t>(An Autonomous Institution)</a:t>
            </a:r>
          </a:p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753904" cy="56692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C00000"/>
                </a:solidFill>
                <a:latin typeface="Times New Roman"/>
              </a:rPr>
              <a:t>About the Company – Trios Technologies Private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8778240" cy="5029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900"/>
              </a:spcAft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Trios Technologies Private Limited (Trios Technologies Pvt. Ltd.) is located at Rani Arcade, Ashok Nagar, Chennai - 83.</a:t>
            </a:r>
          </a:p>
          <a:p>
            <a:pPr>
              <a:spcAft>
                <a:spcPts val="900"/>
              </a:spcAft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Tagline: “We There Wherever The Technology Is”.</a:t>
            </a:r>
          </a:p>
          <a:p>
            <a:pPr>
              <a:spcAft>
                <a:spcPts val="900"/>
              </a:spcAft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Website: www.triostechnology.com  |  E-mail: support@triostechnology.com  |  Phone: 044 4854 0077.</a:t>
            </a:r>
          </a:p>
          <a:p>
            <a:pPr>
              <a:spcAft>
                <a:spcPts val="900"/>
              </a:spcAft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Internship domain: Cloud Computing.</a:t>
            </a:r>
          </a:p>
          <a:p>
            <a:pPr>
              <a:spcAft>
                <a:spcPts val="900"/>
              </a:spcAft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Industry mentor: Ms. Kalaiyarasi S.</a:t>
            </a:r>
          </a:p>
          <a:p>
            <a:pPr>
              <a:spcAft>
                <a:spcPts val="900"/>
              </a:spcAft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100" b="0" i="1">
                <a:solidFill>
                  <a:srgbClr val="C000C0"/>
                </a:solidFill>
                <a:latin typeface="Times New Roman"/>
              </a:rPr>
              <a:t>[Add 1-2 lines on the company's business and services from its website]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es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719617" cy="868680"/>
          </a:xfrm>
          <a:prstGeom prst="rect">
            <a:avLst/>
          </a:prstGeom>
        </p:spPr>
      </p:pic>
      <p:pic>
        <p:nvPicPr>
          <p:cNvPr id="3" name="Picture 2" descr="logo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09728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82880"/>
            <a:ext cx="7406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R.M.K. COLLEGE OF ENGINEERING AND TECHNOLOGY</a:t>
            </a:r>
          </a:p>
          <a:p>
            <a:pPr algn="ctr"/>
            <a:r>
              <a:rPr sz="900" b="1" i="0">
                <a:solidFill>
                  <a:srgbClr val="000000"/>
                </a:solidFill>
                <a:latin typeface="Times New Roman"/>
              </a:rPr>
              <a:t>(An Autonomous Institution)</a:t>
            </a:r>
          </a:p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753904" cy="56692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C00000"/>
                </a:solidFill>
                <a:latin typeface="Times New Roman"/>
              </a:rPr>
              <a:t>Plan of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8778240" cy="5029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1600"/>
              </a:spcAft>
            </a:pPr>
            <a:r>
              <a:rPr sz="22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200" b="1" i="0">
                <a:solidFill>
                  <a:srgbClr val="C00000"/>
                </a:solidFill>
                <a:latin typeface="Times New Roman"/>
              </a:rPr>
              <a:t>08 Jun – 14 Jun: </a:t>
            </a:r>
            <a:r>
              <a:rPr sz="2200" b="0" i="0">
                <a:solidFill>
                  <a:srgbClr val="000000"/>
                </a:solidFill>
                <a:latin typeface="Times New Roman"/>
              </a:rPr>
              <a:t>Orientation; cloud service and deployment models, virtualisation and compute, storage, networking, identity and access management; defining the problem of wasted cloud spend.</a:t>
            </a:r>
          </a:p>
          <a:p>
            <a:pPr>
              <a:spcAft>
                <a:spcPts val="1600"/>
              </a:spcAft>
            </a:pPr>
            <a:r>
              <a:rPr sz="22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200" b="1" i="0">
                <a:solidFill>
                  <a:srgbClr val="C00000"/>
                </a:solidFill>
                <a:latin typeface="Times New Roman"/>
              </a:rPr>
              <a:t>15 Jun – 22 Jun: </a:t>
            </a:r>
            <a:r>
              <a:rPr sz="2200" b="0" i="0">
                <a:solidFill>
                  <a:srgbClr val="000000"/>
                </a:solidFill>
                <a:latin typeface="Times New Roman"/>
              </a:rPr>
              <a:t>Governance, monitoring, cloud pricing and FinOps; architecture planning and the first version of CloudPulse with read-only Azure access and waste detection.</a:t>
            </a:r>
          </a:p>
          <a:p>
            <a:pPr>
              <a:spcAft>
                <a:spcPts val="1600"/>
              </a:spcAft>
            </a:pPr>
            <a:r>
              <a:rPr sz="22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200" b="1" i="0">
                <a:solidFill>
                  <a:srgbClr val="C00000"/>
                </a:solidFill>
                <a:latin typeface="Times New Roman"/>
              </a:rPr>
              <a:t>Final review: </a:t>
            </a:r>
            <a:r>
              <a:rPr sz="2200" b="0" i="0">
                <a:solidFill>
                  <a:srgbClr val="000000"/>
                </a:solidFill>
                <a:latin typeface="Times New Roman"/>
              </a:rPr>
              <a:t>Reviewed the work, organised notes and project files, and received the internship completion letter.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es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719617" cy="868680"/>
          </a:xfrm>
          <a:prstGeom prst="rect">
            <a:avLst/>
          </a:prstGeom>
        </p:spPr>
      </p:pic>
      <p:pic>
        <p:nvPicPr>
          <p:cNvPr id="3" name="Picture 2" descr="logo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09728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82880"/>
            <a:ext cx="7406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R.M.K. COLLEGE OF ENGINEERING AND TECHNOLOGY</a:t>
            </a:r>
          </a:p>
          <a:p>
            <a:pPr algn="ctr"/>
            <a:r>
              <a:rPr sz="900" b="1" i="0">
                <a:solidFill>
                  <a:srgbClr val="000000"/>
                </a:solidFill>
                <a:latin typeface="Times New Roman"/>
              </a:rPr>
              <a:t>(An Autonomous Institution)</a:t>
            </a:r>
          </a:p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753904" cy="56692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C00000"/>
                </a:solidFill>
                <a:latin typeface="Times New Roman"/>
              </a:rPr>
              <a:t>Training Task and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8778240" cy="5029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9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900" b="1" i="0">
                <a:solidFill>
                  <a:srgbClr val="C00000"/>
                </a:solidFill>
                <a:latin typeface="Times New Roman"/>
              </a:rPr>
              <a:t>Project: 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CloudPulse – Cloud Cost Monitoring and Optimisation Platform for Microsoft Azure.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900" b="1" i="0">
                <a:solidFill>
                  <a:srgbClr val="C00000"/>
                </a:solidFill>
                <a:latin typeface="Times New Roman"/>
              </a:rPr>
              <a:t>Features: 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idle disk, IP, snapshot and VM detection; spend anomalies; budget forecast; owner from Activity Log; P1–P4 priority; savings verified on the bill.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900" b="1" i="0">
                <a:solidFill>
                  <a:srgbClr val="C00000"/>
                </a:solidFill>
                <a:latin typeface="Times New Roman"/>
              </a:rPr>
              <a:t>Cloud concepts applied: 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VMs and power states, storage, networking, IAM and RBAC, monitoring, pricing and FinOps, security, automation.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900" b="1" i="0">
                <a:solidFill>
                  <a:srgbClr val="C00000"/>
                </a:solidFill>
                <a:latin typeface="Times New Roman"/>
              </a:rPr>
              <a:t>Outcome: 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working application with 27 automated tests; demo reported $262.94/month open waste and $33.44/month verified savings.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900" b="1" i="0">
                <a:solidFill>
                  <a:srgbClr val="C00000"/>
                </a:solidFill>
                <a:latin typeface="Times New Roman"/>
              </a:rPr>
              <a:t>Skills: 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Python, FastAPI, Azure CLI, REST APIs, Docker, Git, testing.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es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719617" cy="868680"/>
          </a:xfrm>
          <a:prstGeom prst="rect">
            <a:avLst/>
          </a:prstGeom>
        </p:spPr>
      </p:pic>
      <p:pic>
        <p:nvPicPr>
          <p:cNvPr id="3" name="Picture 2" descr="logo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09728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82880"/>
            <a:ext cx="7406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R.M.K. COLLEGE OF ENGINEERING AND TECHNOLOGY</a:t>
            </a:r>
          </a:p>
          <a:p>
            <a:pPr algn="ctr"/>
            <a:r>
              <a:rPr sz="900" b="1" i="0">
                <a:solidFill>
                  <a:srgbClr val="000000"/>
                </a:solidFill>
                <a:latin typeface="Times New Roman"/>
              </a:rPr>
              <a:t>(An Autonomous Institution)</a:t>
            </a:r>
          </a:p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753904" cy="56692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C00000"/>
                </a:solidFill>
                <a:latin typeface="Times New Roman"/>
              </a:rPr>
              <a:t>Project Architecture – CloudPulse</a:t>
            </a:r>
          </a:p>
        </p:txBody>
      </p:sp>
      <p:pic>
        <p:nvPicPr>
          <p:cNvPr id="6" name="Picture 5" descr="fig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1783080"/>
            <a:ext cx="7863840" cy="51639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967728"/>
            <a:ext cx="88696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1F3864"/>
                </a:solidFill>
                <a:latin typeface="Times New Roman"/>
              </a:rPr>
              <a:t>Read-only Azure access: service principal (Reader + Cost Management Reader) → Entra ID token → Azure Resource Manager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es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719617" cy="868680"/>
          </a:xfrm>
          <a:prstGeom prst="rect">
            <a:avLst/>
          </a:prstGeom>
        </p:spPr>
      </p:pic>
      <p:pic>
        <p:nvPicPr>
          <p:cNvPr id="3" name="Picture 2" descr="logo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09728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82880"/>
            <a:ext cx="7406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R.M.K. COLLEGE OF ENGINEERING AND TECHNOLOGY</a:t>
            </a:r>
          </a:p>
          <a:p>
            <a:pPr algn="ctr"/>
            <a:r>
              <a:rPr sz="900" b="1" i="0">
                <a:solidFill>
                  <a:srgbClr val="000000"/>
                </a:solidFill>
                <a:latin typeface="Times New Roman"/>
              </a:rPr>
              <a:t>(An Autonomous Institution)</a:t>
            </a:r>
          </a:p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753904" cy="56692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C00000"/>
                </a:solidFill>
                <a:latin typeface="Times New Roman"/>
              </a:rPr>
              <a:t>Project Results</a:t>
            </a:r>
          </a:p>
        </p:txBody>
      </p:sp>
      <p:pic>
        <p:nvPicPr>
          <p:cNvPr id="6" name="Picture 5" descr="shot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920240"/>
            <a:ext cx="4526280" cy="228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224528"/>
            <a:ext cx="4526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Times New Roman"/>
              </a:rPr>
              <a:t>Overview: $2,829.99 spend; $262.94/month to fix; $33.44/month verified</a:t>
            </a:r>
          </a:p>
        </p:txBody>
      </p:sp>
      <p:pic>
        <p:nvPicPr>
          <p:cNvPr id="8" name="Picture 7" descr="shot_cos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920240"/>
            <a:ext cx="4526280" cy="22737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74920" y="4224528"/>
            <a:ext cx="4526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Times New Roman"/>
              </a:rPr>
              <a:t>Cost explorer: 80 services; daily average $94.33</a:t>
            </a:r>
          </a:p>
        </p:txBody>
      </p:sp>
      <p:pic>
        <p:nvPicPr>
          <p:cNvPr id="10" name="Picture 9" descr="shot_anomali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617720"/>
            <a:ext cx="4526280" cy="21533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922008"/>
            <a:ext cx="4526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Times New Roman"/>
              </a:rPr>
              <a:t>Anomalies: 24 Sep flagged ($169.26 vs usual $73.55)</a:t>
            </a:r>
          </a:p>
        </p:txBody>
      </p:sp>
      <p:pic>
        <p:nvPicPr>
          <p:cNvPr id="12" name="Picture 11" descr="shot_budge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4617720"/>
            <a:ext cx="4526280" cy="215559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74920" y="6922008"/>
            <a:ext cx="4526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Times New Roman"/>
              </a:rPr>
              <a:t>Budgets: $2,600 budget passed on 28 Sep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es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719617" cy="868680"/>
          </a:xfrm>
          <a:prstGeom prst="rect">
            <a:avLst/>
          </a:prstGeom>
        </p:spPr>
      </p:pic>
      <p:pic>
        <p:nvPicPr>
          <p:cNvPr id="3" name="Picture 2" descr="logo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09728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82880"/>
            <a:ext cx="7406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R.M.K. COLLEGE OF ENGINEERING AND TECHNOLOGY</a:t>
            </a:r>
          </a:p>
          <a:p>
            <a:pPr algn="ctr"/>
            <a:r>
              <a:rPr sz="900" b="1" i="0">
                <a:solidFill>
                  <a:srgbClr val="000000"/>
                </a:solidFill>
                <a:latin typeface="Times New Roman"/>
              </a:rPr>
              <a:t>(An Autonomous Institution)</a:t>
            </a:r>
          </a:p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753904" cy="56692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C00000"/>
                </a:solidFill>
                <a:latin typeface="Times New Roman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8778240" cy="5029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000000"/>
                </a:solidFill>
                <a:latin typeface="Times New Roman"/>
              </a:rPr>
              <a:t>Gained practical exposure to cloud computing concepts during the internship.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000000"/>
                </a:solidFill>
                <a:latin typeface="Times New Roman"/>
              </a:rPr>
              <a:t>Started and developed CloudPulse, a read-only Azure cost monitoring and optimisation platform.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000000"/>
                </a:solidFill>
                <a:latin typeface="Times New Roman"/>
              </a:rPr>
              <a:t>Learned how cloud resources are billed, secured and monitored, and how to prove a saving on the bill.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000000"/>
                </a:solidFill>
                <a:latin typeface="Times New Roman"/>
              </a:rPr>
              <a:t>Improved Python, REST API, testing, documentation and problem-solving skills.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000000"/>
                </a:solidFill>
                <a:latin typeface="Times New Roman"/>
              </a:rPr>
              <a:t>Next: Entra ID sign-in, e-mail and Teams alerts, Google Cloud support and approval-gated remediation.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000000"/>
                </a:solidFill>
                <a:latin typeface="Times New Roman"/>
              </a:rPr>
              <a:t>Thank you to Ms. Kalaiyarasi S, my faculty guides Ms. Gokila E and Dr. Uma Mageshwari G, and Trios Technologies Private Limited for their guidance and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es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719617" cy="868680"/>
          </a:xfrm>
          <a:prstGeom prst="rect">
            <a:avLst/>
          </a:prstGeom>
        </p:spPr>
      </p:pic>
      <p:pic>
        <p:nvPicPr>
          <p:cNvPr id="3" name="Picture 2" descr="logo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09728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82880"/>
            <a:ext cx="7406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R.M.K. COLLEGE OF ENGINEERING AND TECHNOLOGY</a:t>
            </a:r>
          </a:p>
          <a:p>
            <a:pPr algn="ctr"/>
            <a:r>
              <a:rPr sz="900" b="1" i="0">
                <a:solidFill>
                  <a:srgbClr val="000000"/>
                </a:solidFill>
                <a:latin typeface="Times New Roman"/>
              </a:rPr>
              <a:t>(An Autonomous Institution)</a:t>
            </a:r>
          </a:p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753904" cy="56692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C00000"/>
                </a:solidFill>
                <a:latin typeface="Times New Roman"/>
              </a:rPr>
              <a:t>Internship Photographs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4206240" cy="3566160"/>
          </a:xfrm>
          <a:prstGeom prst="rect">
            <a:avLst/>
          </a:prstGeom>
          <a:noFill/>
          <a:ln>
            <a:solidFill>
              <a:srgbClr val="C000C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1">
                <a:solidFill>
                  <a:srgbClr val="C000C0"/>
                </a:solidFill>
                <a:latin typeface="Times New Roman"/>
              </a:rPr>
              <a:t>[Paste your workspace / internship photograph here]</a:t>
            </a:r>
          </a:p>
        </p:txBody>
      </p:sp>
      <p:pic>
        <p:nvPicPr>
          <p:cNvPr id="7" name="Picture 6" descr="shot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651760"/>
            <a:ext cx="4389120" cy="22128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897880"/>
            <a:ext cx="4297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My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5897880"/>
            <a:ext cx="4297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CloudPulse – Overview page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es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719617" cy="868680"/>
          </a:xfrm>
          <a:prstGeom prst="rect">
            <a:avLst/>
          </a:prstGeom>
        </p:spPr>
      </p:pic>
      <p:pic>
        <p:nvPicPr>
          <p:cNvPr id="3" name="Picture 2" descr="logo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09728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82880"/>
            <a:ext cx="7406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R.M.K. COLLEGE OF ENGINEERING AND TECHNOLOGY</a:t>
            </a:r>
          </a:p>
          <a:p>
            <a:pPr algn="ctr"/>
            <a:r>
              <a:rPr sz="900" b="1" i="0">
                <a:solidFill>
                  <a:srgbClr val="000000"/>
                </a:solidFill>
                <a:latin typeface="Times New Roman"/>
              </a:rPr>
              <a:t>(An Autonomous Institution)</a:t>
            </a:r>
          </a:p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753904" cy="56692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C00000"/>
                </a:solidFill>
                <a:latin typeface="Times New Roman"/>
              </a:rPr>
              <a:t>Internship Certificate</a:t>
            </a:r>
          </a:p>
        </p:txBody>
      </p:sp>
      <p:pic>
        <p:nvPicPr>
          <p:cNvPr id="6" name="Picture 5" descr="certific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1783080"/>
            <a:ext cx="3786614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es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719617" cy="868680"/>
          </a:xfrm>
          <a:prstGeom prst="rect">
            <a:avLst/>
          </a:prstGeom>
        </p:spPr>
      </p:pic>
      <p:pic>
        <p:nvPicPr>
          <p:cNvPr id="3" name="Picture 2" descr="logo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09728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82880"/>
            <a:ext cx="7406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R.M.K. COLLEGE OF ENGINEERING AND TECHNOLOGY</a:t>
            </a:r>
          </a:p>
          <a:p>
            <a:pPr algn="ctr"/>
            <a:r>
              <a:rPr sz="900" b="1" i="0">
                <a:solidFill>
                  <a:srgbClr val="000000"/>
                </a:solidFill>
                <a:latin typeface="Times New Roman"/>
              </a:rPr>
              <a:t>(An Autonomous Institution)</a:t>
            </a:r>
          </a:p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753904" cy="56692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C00000"/>
                </a:solidFill>
                <a:latin typeface="Times New Roman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863840" cy="2286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7200" b="1" i="1">
                <a:solidFill>
                  <a:srgbClr val="1F3864"/>
                </a:solidFill>
                <a:latin typeface="Times New Roman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