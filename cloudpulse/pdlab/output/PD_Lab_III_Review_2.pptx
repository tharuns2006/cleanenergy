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es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605993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1640" y="566928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R.M.K. College of Engineering and Technology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78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300">
                <a:solidFill>
                  <a:srgbClr val="B5532B"/>
                </a:solidFill>
                <a:latin typeface="Calibri"/>
              </a:rPr>
              <a:t>REVIEW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E2A32"/>
                </a:solidFill>
                <a:latin typeface="Cambria"/>
              </a:rPr>
              <a:t>CloudPulse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1E2A32"/>
                </a:solidFill>
                <a:latin typeface="Cambria"/>
              </a:rPr>
              <a:t>A cloud cost monitoring and optimisation platform that proves its savings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Product Development Lab III  ·  24AI511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B7278"/>
                </a:solidFill>
                <a:latin typeface="Calibri"/>
              </a:rPr>
              <a:t>Review date: [DD / 10 / 2026]     Supervisor: [name]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46304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B5532B"/>
                </a:solidFill>
                <a:latin typeface="Calibr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202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Tamil Mani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860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88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Theja J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54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657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Varunesh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023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262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A32"/>
                </a:solidFill>
                <a:latin typeface="Cambria"/>
              </a:rPr>
              <a:t>Viswajith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8920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111624102242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989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78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What we will walk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Pain points and design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86537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System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190195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9572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59689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Azure credential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26334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2724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2918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32841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Module 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336499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9 – 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85876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0233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059936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A32"/>
                </a:solidFill>
                <a:latin typeface="Calibri"/>
              </a:rPr>
              <a:t>What the system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0965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278"/>
                </a:solidFill>
                <a:latin typeface="Calibri"/>
              </a:rPr>
              <a:t>p.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90288"/>
            <a:ext cx="51663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Organisations and students who run workloads on Azure and AWS keep paying for resources nobody uses: virtual machines shut down the wrong way that still bill for compute, disks left behind after a project, public IPs attached to nothing. Cost consoles show how much was spent, but not who owns the waste, what to fix first, or whether a fix really saved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1E2A32"/>
                </a:solidFill>
                <a:latin typeface="Calibri"/>
              </a:rPr>
              <a:t>CloudPulse connects to an Azure subscription with a read-only identity, finds the waste and spend anomalies, forecasts budget breaches, assigns every finding to the person who created the resource, and counts a saving only after seven days of billed cost confirm it. In the demo workspace it reports $262.94 a month still to fix and $33.44 a month already verified.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28800"/>
            <a:ext cx="3977639" cy="4114800"/>
          </a:xfrm>
          <a:prstGeom prst="rect">
            <a:avLst/>
          </a:prstGeom>
          <a:solidFill>
            <a:srgbClr val="F1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IN NUMBERS  (DEMO WORKSPACE)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5146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$262.94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0175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of open waste, 6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5584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$33.44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8587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 month verified on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197096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94 %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7000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estimate accuracy of verified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5038344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5412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7278"/>
                </a:solidFill>
                <a:latin typeface="Calibri"/>
              </a:rPr>
              <a:t>automated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WHAT WE SET OUT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19656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Collect </a:t>
            </a:r>
            <a:r>
              <a:rPr sz="1800">
                <a:solidFill>
                  <a:srgbClr val="1E2A32"/>
                </a:solidFill>
                <a:latin typeface="Calibri"/>
              </a:rPr>
              <a:t>cost, inventory, usage, advice and audit data from Azure with a least-privilege, read-only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386584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Detect </a:t>
            </a:r>
            <a:r>
              <a:rPr sz="1800">
                <a:solidFill>
                  <a:srgbClr val="1E2A32"/>
                </a:solidFill>
                <a:latin typeface="Calibri"/>
              </a:rPr>
              <a:t>unattached disks, unused public IPs, orphaned snapshots, stopped-but-billed, idle and oversized VMs.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099816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461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Explain </a:t>
            </a:r>
            <a:r>
              <a:rPr sz="1800">
                <a:solidFill>
                  <a:srgbClr val="1E2A32"/>
                </a:solidFill>
                <a:latin typeface="Calibri"/>
              </a:rPr>
              <a:t>abnormal daily spend and forecast month-end spend and the day a budget will be breached.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813048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59352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Assign </a:t>
            </a:r>
            <a:r>
              <a:rPr sz="1800">
                <a:solidFill>
                  <a:srgbClr val="1E2A32"/>
                </a:solidFill>
                <a:latin typeface="Calibri"/>
              </a:rPr>
              <a:t>every finding to the person who created the resource, using the Activity Log and tags.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526280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360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72584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Verify </a:t>
            </a:r>
            <a:r>
              <a:rPr sz="1800">
                <a:solidFill>
                  <a:srgbClr val="1E2A32"/>
                </a:solidFill>
                <a:latin typeface="Calibri"/>
              </a:rPr>
              <a:t>each saving against the next bill, and withdraw it if the waste comes 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239512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5532B"/>
                </a:solidFill>
                <a:latin typeface="Cambr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85816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B5532B"/>
                </a:solidFill>
                <a:latin typeface="Calibri"/>
              </a:rPr>
              <a:t>Prove </a:t>
            </a:r>
            <a:r>
              <a:rPr sz="1800">
                <a:solidFill>
                  <a:srgbClr val="1E2A32"/>
                </a:solidFill>
                <a:latin typeface="Calibri"/>
              </a:rPr>
              <a:t>the result with an Azure test environment that plants real waste and 27 automated tests.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5952744"/>
            <a:ext cx="996696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Literature review in one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A32"/>
                </a:solidFill>
                <a:latin typeface="Cambria"/>
              </a:rPr>
              <a:t>What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200400" cy="1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Native consoles report cost; commercial platforms add allocation behind closed scoring; scripts give one-off lists [3], [4].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E2A32"/>
                </a:solidFill>
                <a:latin typeface="Cambria"/>
              </a:rPr>
              <a:t>What we borrow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200400" cy="1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Robust z-score with a weekday baseline [5], [6]; Holt smoothing for forecasts [7], [8]; the FinOps loop [3], [9]; OAuth 2.0 and RBAC for access [10], [11].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B5532B"/>
                </a:solidFill>
                <a:latin typeface="Cambria"/>
              </a:rPr>
              <a:t>What is missing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377440"/>
            <a:ext cx="3200400" cy="19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60604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Owner attribution, one explainable priority and savings verified on the bill, in a read-only tool.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B5532B"/>
                </a:solidFill>
                <a:latin typeface="Cambria"/>
              </a:rPr>
              <a:t>Full review with sources was presented in Review 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WHY IT IS BUILT THIS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Pain points and how the design answers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/>
                <a:gridCol w="6583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PAIN POINT IN PRACTICE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DESIGN ANSWER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Billing data arrives 8 to 24 hours late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Verify only after 3 billed days; waste findings do not wait for the bill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Resources are created without tags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Creator read from the Activity Log (earliest successful write), tag as fallback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 long list gives no order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One score: money, severity, confidence and age; bands P1 to P4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Tools ask for broad write access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Reader and Cost Management Reader only; the app never writes to the cloud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Savings are claimed, not proven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Before / after bill comparison; reopen and withdraw if the resource returns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Failures are silent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Per-step errors, a check-azure command and a start-up message that says why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54480"/>
            <a:ext cx="7171310" cy="4709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828800"/>
            <a:ext cx="1783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Client. </a:t>
            </a:r>
            <a:r>
              <a:rPr sz="1300">
                <a:solidFill>
                  <a:srgbClr val="1E2A32"/>
                </a:solidFill>
                <a:latin typeface="Calibri"/>
              </a:rPr>
              <a:t>Single-page browser app.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Server. </a:t>
            </a:r>
            <a:r>
              <a:rPr sz="1300">
                <a:solidFill>
                  <a:srgbClr val="1E2A32"/>
                </a:solidFill>
                <a:latin typeface="Calibri"/>
              </a:rPr>
              <a:t>One Python process: API, scheduler, analytics.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Data. </a:t>
            </a:r>
            <a:r>
              <a:rPr sz="1300">
                <a:solidFill>
                  <a:srgbClr val="1E2A32"/>
                </a:solidFill>
                <a:latin typeface="Calibri"/>
              </a:rPr>
              <a:t>SQL database, encrypted credential store.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Azure. </a:t>
            </a:r>
            <a:r>
              <a:rPr sz="1300">
                <a:solidFill>
                  <a:srgbClr val="1E2A32"/>
                </a:solidFill>
                <a:latin typeface="Calibri"/>
              </a:rPr>
              <a:t>Only read, with a Bearer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Numbered flows: sign-in, credential storage, scheduled sync, token request, token response, ARM reads, results stored.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AZURE CREDENTIAL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How CloudPulse gets into Azure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cred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3689131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1783080"/>
            <a:ext cx="6309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Identity. </a:t>
            </a:r>
            <a:r>
              <a:rPr sz="1500">
                <a:solidFill>
                  <a:srgbClr val="1E2A32"/>
                </a:solidFill>
                <a:latin typeface="Calibri"/>
              </a:rPr>
              <a:t>An app registration with a service principal in Microsoft Entra ID. Three values: tenant ID, client ID, client secret.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Permission. </a:t>
            </a:r>
            <a:r>
              <a:rPr sz="1500">
                <a:solidFill>
                  <a:srgbClr val="1E2A32"/>
                </a:solidFill>
                <a:latin typeface="Calibri"/>
              </a:rPr>
              <a:t>Reader and Cost Management Reader on the subscription only. No role can create, change or delete.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Token. </a:t>
            </a:r>
            <a:r>
              <a:rPr sz="1500">
                <a:solidFill>
                  <a:srgbClr val="1E2A32"/>
                </a:solidFill>
                <a:latin typeface="Calibri"/>
              </a:rPr>
              <a:t>Client-credentials request returns a JWT valid about an hour; sent as a Bearer token on every read.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Storage. </a:t>
            </a:r>
            <a:r>
              <a:rPr sz="1500">
                <a:solidFill>
                  <a:srgbClr val="1E2A32"/>
                </a:solidFill>
                <a:latin typeface="Calibri"/>
              </a:rPr>
              <a:t>A secret entered in the UI is encrypted with Fernet and never returned by the API.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Alternatives. </a:t>
            </a:r>
            <a:r>
              <a:rPr sz="1500">
                <a:solidFill>
                  <a:srgbClr val="1E2A32"/>
                </a:solidFill>
                <a:latin typeface="Calibri"/>
              </a:rPr>
              <a:t>Managed identity on App Service (no secret at all) or an az CLI login on a laptop.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>
                <a:solidFill>
                  <a:srgbClr val="B5532B"/>
                </a:solidFill>
                <a:latin typeface="Calibri"/>
              </a:rPr>
              <a:t>Diagnosis. </a:t>
            </a:r>
            <a:r>
              <a:rPr sz="1500">
                <a:solidFill>
                  <a:srgbClr val="1E2A32"/>
                </a:solidFill>
                <a:latin typeface="Calibri"/>
              </a:rPr>
              <a:t>python -m app.manage check-azure prints Connected or the exact reason it failed.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Module description (1 of 3): access and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A  Azure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78"/>
                </a:solidFill>
                <a:latin typeface="Calibri"/>
              </a:rPr>
              <a:t>connections.py, azure_rest.py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01368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Builds a credential from stored or server settings; custom ARM REST client with retry on 429 / 5xx, Retry-After and $skipToken paging.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044952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B  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78"/>
                </a:solidFill>
                <a:latin typeface="Calibri"/>
              </a:rPr>
              <a:t>azure_collector.py, collection_orchestrator.py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64408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Cost Management query, Resource Graph inventory, Monitor metrics (14 days), Activity Log, Advisor, Retail Prices. Optional AWS and FOCUS import.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07992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E2A32"/>
                </a:solidFill>
                <a:latin typeface="Cambria"/>
              </a:rPr>
              <a:t>C  Ownership resolver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278"/>
                </a:solidFill>
                <a:latin typeface="Calibri"/>
              </a:rPr>
              <a:t>owners.py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27448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E2A32"/>
                </a:solidFill>
                <a:latin typeface="Calibri"/>
              </a:rPr>
              <a:t>Earliest successful write in the Activity Log; GUID callers shown as service identities; then owner tags; cached 24 h when unknown.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971032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Module description (2 of 3): detection and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44988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5669280"/>
                <a:gridCol w="2834640"/>
              </a:tblGrid>
              <a:tr h="749808"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spc="80">
                          <a:solidFill>
                            <a:srgbClr val="6B7278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D  Waste detectors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Unattached disk, static IP on nothing, orphaned snapshot, stopped-but-billed VM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Rules on inventory; confidence 0.90 to 0.95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E  VM verdict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Idle: p95 CPU &lt; 5 % and network &lt; 5 MB / h. Oversized: p95 CPU &lt; 20 %, peak &lt; 80 %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14 days of hourly metrics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F  Anomaly detector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z = (x − median) / (1.4826 × MAD) &gt; 3.5 against the same weekday of 4 weeks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Daily cost series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G  Forecast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Holt smoothing + weekday factors; 80 % range; first day the total passes the budget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Month-to-date cost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A32"/>
                          </a:solidFill>
                          <a:latin typeface="Calibri"/>
                        </a:rPr>
                        <a:t>H  Priority score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100 × (0.6 × impact + 0.4 × severity) × confidence × age; P1 ≥ 70, P2 ≥ 45, P3 ≥ 25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A32"/>
                          </a:solidFill>
                          <a:latin typeface="Calibri"/>
                        </a:rPr>
                        <a:t>Finding evidence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Module description (3 of 3): findings, security and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21208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303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78"/>
                </a:solidFill>
                <a:latin typeface="Calibri"/>
              </a:rPr>
              <a:t>Finding lifecycle: open, assigned, in progress, resolved,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7548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I  Findings engine. </a:t>
            </a:r>
            <a:r>
              <a:rPr sz="1400">
                <a:solidFill>
                  <a:srgbClr val="1E2A32"/>
                </a:solidFill>
                <a:latin typeface="Calibri"/>
              </a:rPr>
              <a:t>Fingerprint de-duplication, scoring, lifecycle, 7-day verification, savings ledger.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J  API and security. </a:t>
            </a:r>
            <a:r>
              <a:rPr sz="1400">
                <a:solidFill>
                  <a:srgbClr val="1E2A32"/>
                </a:solidFill>
                <a:latin typeface="Calibri"/>
              </a:rPr>
              <a:t>scrypt passwords, server-side sessions, CSRF header, login rate limit, role checks, audit log.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K  Web interface. </a:t>
            </a:r>
            <a:r>
              <a:rPr sz="1400">
                <a:solidFill>
                  <a:srgbClr val="1E2A32"/>
                </a:solidFill>
                <a:latin typeface="Calibri"/>
              </a:rPr>
              <a:t>Ten pages with SVG charts: overview, costs, anomalies, budgets, findings, owners, savings, sources, admin, audit.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B5532B"/>
                </a:solidFill>
                <a:latin typeface="Calibri"/>
              </a:rPr>
              <a:t>L  Azure scripts. </a:t>
            </a:r>
            <a:r>
              <a:rPr sz="1400">
                <a:solidFill>
                  <a:srgbClr val="1E2A32"/>
                </a:solidFill>
                <a:latin typeface="Calibri"/>
              </a:rPr>
              <a:t>Create workload, plant four leaks, read-only identity, deploy, cost spike, clean-up.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B5532B"/>
                </a:solidFill>
                <a:latin typeface="Calibri"/>
              </a:rPr>
              <a:t>Roles: </a:t>
            </a:r>
            <a:r>
              <a:rPr sz="1300">
                <a:solidFill>
                  <a:srgbClr val="1E2A32"/>
                </a:solidFill>
                <a:latin typeface="Calibri"/>
              </a:rPr>
              <a:t>admin and owner can do everything; the assignee can start and resolve; viewers 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B5532B"/>
                </a:solidFill>
                <a:latin typeface="Calibri"/>
              </a:rPr>
              <a:t>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A32"/>
                </a:solidFill>
                <a:latin typeface="Cambria"/>
              </a:rPr>
              <a:t>What the system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71600"/>
            <a:ext cx="640080" cy="28000"/>
          </a:xfrm>
          <a:prstGeom prst="rect">
            <a:avLst/>
          </a:prstGeom>
          <a:solidFill>
            <a:srgbClr val="B5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8"/>
                </a:solidFill>
                <a:latin typeface="Calibri"/>
              </a:rPr>
              <a:t>CloudPulse  ·  Product Development Lab III  ·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78"/>
                </a:solidFill>
                <a:latin typeface="Calibri"/>
              </a:rPr>
              <a:t>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373368"/>
            <a:ext cx="10607040" cy="9000"/>
          </a:xfrm>
          <a:prstGeom prst="rect">
            <a:avLst/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83080"/>
          <a:ext cx="10607040" cy="3803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60320"/>
                <a:gridCol w="80467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spc="80">
                          <a:solidFill>
                            <a:srgbClr val="6B7278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1E2A32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Overview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Spend, findings to fix, verified savings, loop by stage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Cost explorer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Spend by service or provider with a period comparison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Flagged days, excess, drivers, ongoing or one-off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Budgets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Cumulative spend, forecast with 80 % range, breach date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Findings and owners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Ranked inbox, filters, CSV export; who owns what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Savings ledger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Estimate against realised saving, accuracy, saved to date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A32"/>
                          </a:solidFill>
                          <a:latin typeface="Calibri"/>
                        </a:rPr>
                        <a:t>Audit log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A32"/>
                          </a:solidFill>
                          <a:latin typeface="Calibri"/>
                        </a:rPr>
                        <a:t>Every sign-in, change and action, newest first</a:t>
                      </a:r>
                    </a:p>
                  </a:txBody>
                  <a:tcPr marL="54864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2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5532B"/>
                </a:solidFill>
                <a:latin typeface="Cambria"/>
              </a:rPr>
              <a:t>Next, Review III: results from the running system, testing, conclusion and future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