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605993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566928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R.M.K. College of Engineering and Technology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B5532B"/>
                </a:solidFill>
                <a:latin typeface="Calibri"/>
              </a:rPr>
              <a:t>REVIEW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E2A32"/>
                </a:solidFill>
                <a:latin typeface="Cambria"/>
              </a:rPr>
              <a:t>CloudPulse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1E2A32"/>
                </a:solidFill>
                <a:latin typeface="Cambria"/>
              </a:rPr>
              <a:t>A cloud cost monitoring and optimisation platform that proves its savings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Product Development Lab III  ·  24AI511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Review date: [DD / 10 / 2026]     Supervisor: [name]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B5532B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202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Tamil Mani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860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88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Theja J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54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657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Varunesh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26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Viswajith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892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989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78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What we will walk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Objectives and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System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145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Module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828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180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8 – 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Testing and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Future enhancements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Organisations and students who run workloads on Azure and AWS keep paying for resources nobody uses: virtual machines shut down the wrong way that still bill for compute, disks left behind after a project, public IPs attached to nothing. Cost consoles show how much was spent, but not who owns the waste, what to fix first, or whether a fix really saved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CloudPulse connects to an Azure subscription with a read-only identity, finds the waste and spend anomalies, forecasts budget breaches, assigns every finding to the person who created the resource, and counts a saving only after seven days of billed cost confirm it. In the demo workspace it reports $262.94 a month still to fix and $33.44 a month already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977639" cy="41148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IN NUMBERS  (DEMO WORKSPACE)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514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$262.94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0175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of open waste, 6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5584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$33.44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587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verified on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9709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94 %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7000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estimate accuracy of verified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0383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5412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automated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OUTCOME AGAINST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Objectives and what we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4096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758952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Collect read-only Azure data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Service principal, CLI or managed identity; Cost, Graph, Monitor, Activity Log, Advisor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Detect waste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Four resource rules plus idle / oversized VM verdict; 12 findings in the demo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Explain spend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24 Sep flagged ($169.26 vs usual $73.55, z = 7.9); budget breach on 28 Sep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Assign owners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Creator from the Activity Log, tags second; 6 of 7 idle resources traced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Verify savings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2 findings verified: $33.44 realised against $35.71 estimated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Prove it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27 automated tests pass; Azure scripts plant four leaks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Literature review and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A32"/>
                </a:solidFill>
                <a:latin typeface="Cambria"/>
              </a:rPr>
              <a:t>What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200400" cy="1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Consoles report, platforms allocate behind closed scoring, scripts give one-off lists [3], [4].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A32"/>
                </a:solidFill>
                <a:latin typeface="Cambria"/>
              </a:rPr>
              <a:t>What we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200400" cy="1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Robust z-score [5], [6]; Holt smoothing [7], [8]; the FinOps loop [3], [9]; OAuth 2.0 and RBAC [10], [11].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What we added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377440"/>
            <a:ext cx="3200400" cy="19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Owner from the audit log, one explainable priority and savings verified on the bill, read-only.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54480"/>
            <a:ext cx="717131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828800"/>
            <a:ext cx="1783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Client. </a:t>
            </a:r>
            <a:r>
              <a:rPr sz="1300">
                <a:solidFill>
                  <a:srgbClr val="1E2A32"/>
                </a:solidFill>
                <a:latin typeface="Calibri"/>
              </a:rPr>
              <a:t>Single-page browser app.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Server. </a:t>
            </a:r>
            <a:r>
              <a:rPr sz="1300">
                <a:solidFill>
                  <a:srgbClr val="1E2A32"/>
                </a:solidFill>
                <a:latin typeface="Calibri"/>
              </a:rPr>
              <a:t>One Python process: API, scheduler, analytics.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Data. </a:t>
            </a:r>
            <a:r>
              <a:rPr sz="1300">
                <a:solidFill>
                  <a:srgbClr val="1E2A32"/>
                </a:solidFill>
                <a:latin typeface="Calibri"/>
              </a:rPr>
              <a:t>SQL database, encrypted credential store.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Azure. </a:t>
            </a:r>
            <a:r>
              <a:rPr sz="1300">
                <a:solidFill>
                  <a:srgbClr val="1E2A32"/>
                </a:solidFill>
                <a:latin typeface="Calibri"/>
              </a:rPr>
              <a:t>Only read, with a Bearer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Numbered flows: sign-in, credential storage, scheduled sync, token request, token response, ARM reads, results stored.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607040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3291840"/>
                <a:gridCol w="52120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connections, azure_rest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Credential, token, retry, paging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azure_collector, orchestrator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Bill, inventory, metrics, advice, audit log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Ownership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owners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Activity Log, tags, cache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azure_collector, analytics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Waste rules, VM verdict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Anomaly, forecast, priority score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Findings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findings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Fingerprint, lifecycle, verification, ledger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API and security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routers, security, audit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Sessions, roles, CSRF, audit trail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static/app.js, charts.js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Ten pages, SVG charts, light and dark themes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RESULTS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Results: the running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3931920" cy="1982343"/>
          </a:xfrm>
          <a:prstGeom prst="rect">
            <a:avLst/>
          </a:prstGeom>
          <a:ln w="9525">
            <a:solidFill>
              <a:srgbClr val="D9D2C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" y="37490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Overview: $2,829.99 spend; $262.94 to fix; $33.44 verified</a:t>
            </a:r>
          </a:p>
        </p:txBody>
      </p:sp>
      <p:pic>
        <p:nvPicPr>
          <p:cNvPr id="10" name="Picture 9" descr="shot_c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91640"/>
            <a:ext cx="3931920" cy="1975190"/>
          </a:xfrm>
          <a:prstGeom prst="rect">
            <a:avLst/>
          </a:prstGeom>
          <a:ln w="9525">
            <a:solidFill>
              <a:srgbClr val="D9D2C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937760" y="37490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Cost explorer: 80 services, daily average $94.33</a:t>
            </a:r>
          </a:p>
        </p:txBody>
      </p:sp>
      <p:pic>
        <p:nvPicPr>
          <p:cNvPr id="12" name="Picture 11" descr="shot_anomal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3931920" cy="1870585"/>
          </a:xfrm>
          <a:prstGeom prst="rect">
            <a:avLst/>
          </a:prstGeom>
          <a:ln w="9525">
            <a:solidFill>
              <a:srgbClr val="D9D2C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77240" y="61264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Anomalies: 24 Sep, excess $95.71, 99 % from EC2</a:t>
            </a:r>
          </a:p>
        </p:txBody>
      </p:sp>
      <p:pic>
        <p:nvPicPr>
          <p:cNvPr id="14" name="Picture 13" descr="shot_budge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69080"/>
            <a:ext cx="3931920" cy="1872538"/>
          </a:xfrm>
          <a:prstGeom prst="rect">
            <a:avLst/>
          </a:prstGeom>
          <a:ln w="9525">
            <a:solidFill>
              <a:srgbClr val="D9D2C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937760" y="61264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Budgets: $2,600 passed on 28 Sep, $229.99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A32"/>
                </a:solidFill>
                <a:latin typeface="Cambria"/>
              </a:rPr>
              <a:t>What to notice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240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The same totals appear on every page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Tooltips go down to one day and one service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The budget breach is marked on the chart, not only in a 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RESULTS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Results: findings and verified savings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7498080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931920"/>
                <a:gridCol w="1005840"/>
                <a:gridCol w="100584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FINDING (TOP OF 12)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USD / MO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spc="80">
                          <a:solidFill>
                            <a:srgbClr val="6B7278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September 2024 ended 9 % over budget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230.00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75  P1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VM gpu-trial-01 stopped but still billed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70.08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69  P2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VM reporting-vm runs but does almost nothing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70.08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65  P2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VM api-prod-01 larger than it needs to be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70.08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54  P2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Disk web-01_OsDisk_old attached to nothing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19.71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43  P3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EBS volume db-backup-old attached to nothing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39  P3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2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49640" y="1783080"/>
            <a:ext cx="2834640" cy="32004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65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VERIFIED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A32"/>
                </a:solidFill>
                <a:latin typeface="Cambria"/>
              </a:rPr>
              <a:t>$33.44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01752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78"/>
                </a:solidFill>
                <a:latin typeface="Calibri"/>
              </a:rPr>
              <a:t>a month, from an estimate of $35.71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749039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A32"/>
                </a:solidFill>
                <a:latin typeface="Cambria"/>
              </a:rPr>
              <a:t>93.6 %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3434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estimate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B5532B"/>
                </a:solidFill>
                <a:latin typeface="Cambria"/>
              </a:rPr>
              <a:t>All figures are from the demo workspace on the FOCUS sample bill (21 Mar to 30 Sep 2024), not a customer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B5532B"/>
                </a:solidFill>
                <a:latin typeface="Cambria"/>
              </a:rPr>
              <a:t>Verification showed estimates are slightly optimistic, which a plain report would never reveal.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Testing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7406640" cy="2633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22960"/>
                <a:gridCol w="38404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WHAT IS CHECKED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Algorithms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Median / MAD, anomaly, forecast, priority, VM verdict, before / after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Full loop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Fake Azure: sync, owners, workflow, verify, reappearing resource, permissions, audit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Front end and diagnostics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CSS colour tokens, page renderers, Azure setup messages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6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A32"/>
                </a:solidFill>
                <a:latin typeface="Cambria"/>
              </a:rPr>
              <a:t>Planted leaks (live check)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77440"/>
            <a:ext cx="2834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leftover-disk, 4 GB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unused-ip, static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old-backup-snap, disk deleted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–  </a:t>
            </a:r>
            <a:r>
              <a:rPr sz="1400">
                <a:solidFill>
                  <a:srgbClr val="1E2A32"/>
                </a:solidFill>
                <a:latin typeface="Calibri"/>
              </a:rPr>
              <a:t>forgotten-vm, stopped not deallocated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Found by a browser review: </a:t>
            </a:r>
            <a:r>
              <a:rPr sz="1400">
                <a:solidFill>
                  <a:srgbClr val="1E2A32"/>
                </a:solidFill>
                <a:latin typeface="Calibri"/>
              </a:rPr>
              <a:t>a mistyped colour value made the main text nearly invisible. Fixed, and a regression test was added.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Not yet measured: </a:t>
            </a:r>
            <a:r>
              <a:rPr sz="1400">
                <a:solidFill>
                  <a:srgbClr val="1E2A32"/>
                </a:solidFill>
                <a:latin typeface="Calibri"/>
              </a:rPr>
              <a:t>results on a customer subscription; Azure bills arrive 8 to 24 hours 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CloudPulse carries a cost problem from the first signal to a saving proven on the bill. It reads Azure with a read-only identity, finds waste and anomalies, forecasts budget breaches, names the owner, tracks the fix and withdraws the saving if the problem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6583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Every figure is explainable and recomputable from stored evidence.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27 automated tests and a scripted Azure environment back the results.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B5532B"/>
                </a:solidFill>
                <a:latin typeface="Calibri"/>
              </a:rPr>
              <a:t>–  </a:t>
            </a:r>
            <a:r>
              <a:rPr sz="1600">
                <a:solidFill>
                  <a:srgbClr val="1E2A32"/>
                </a:solidFill>
                <a:latin typeface="Calibri"/>
              </a:rPr>
              <a:t>Known limits: billing delay, no VM memory metrics, creators older than 89 days only by tag.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611880" cy="402336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57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WHAT WE TAKE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1460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>
                <a:solidFill>
                  <a:srgbClr val="1E2A32"/>
                </a:solidFill>
                <a:latin typeface="Calibri"/>
              </a:rPr>
              <a:t>Cloud billing, IAM and monitoring applied in one product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>
                <a:solidFill>
                  <a:srgbClr val="1E2A32"/>
                </a:solidFill>
                <a:latin typeface="Calibri"/>
              </a:rPr>
              <a:t>Explainable algorithms are easier to defend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–  </a:t>
            </a:r>
            <a:r>
              <a:rPr sz="1500">
                <a:solidFill>
                  <a:srgbClr val="1E2A32"/>
                </a:solidFill>
                <a:latin typeface="Calibri"/>
              </a:rPr>
              <a:t>Proof beats estimates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607040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0"/>
                <a:gridCol w="6035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ENHANCEMENT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Sign in with Microsoft Entra ID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Use existing organisation accounts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E-mail, Teams and Slack alerts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Reach owners outside the app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Google Cloud and deeper AWS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Idle load balancers, NAT gateways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Reservation and savings-plan analysis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Purchase recommendations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Tag-compliance policies, showback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Cost by team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Approval-gated remediation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Deallocate a stopped VM after the owner confirms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PostgreSQL default, shared job queue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Multi-instance deployment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VM memory and disk metrics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More accurate right-sizing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E2A32"/>
                </a:solidFill>
                <a:latin typeface="Cambria"/>
              </a:rPr>
              <a:t>Thank you.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